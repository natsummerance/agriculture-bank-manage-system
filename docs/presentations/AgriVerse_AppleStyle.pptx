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Microsoft YaHei UI"/>
              </a:rPr>
              <a:t>AgriVerse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0D158"/>
                </a:solidFill>
                <a:latin typeface="Microsoft YaHei UI"/>
              </a:rPr>
              <a:t>种植智慧，收获未来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第十小组中期答辩 |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项目概况 (Overview)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[Architecture Diagram]</a:t>
            </a:r>
            <a:br/>
            <a:r>
              <a:t>Place Image Here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55448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核心定位：微前端 + 多角色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669280" cy="23774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[Pain Points Chart]</a:t>
            </a:r>
            <a:br/>
            <a:r>
              <a:t>Place Image Here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155448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5544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55448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解决三大痛点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AEB2"/>
                </a:solidFill>
                <a:latin typeface="Microsoft YaHei UI"/>
              </a:rPr>
              <a:t>• 农户融资难 -&gt; 智能拼单</a:t>
            </a:r>
            <a:br/>
            <a:r>
              <a:t>• 银行风控难 -&gt; 驾驶舱数据</a:t>
            </a:r>
            <a:br/>
            <a:r>
              <a:t>• 买家信任难 -&gt; 全程追溯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23360"/>
            <a:ext cx="5669280" cy="23774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7548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[Tech Stack Icons]</a:t>
            </a:r>
            <a:br/>
            <a:r>
              <a:t>Place Image Here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20624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20624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420624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全栈技术驱动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0D158"/>
                </a:solidFill>
                <a:latin typeface="Microsoft YaHei UI"/>
              </a:rPr>
              <a:t>React 18 • TypeScript • Vite • Zustand • WebGL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[FARMER Dashboard UI]</a:t>
            </a:r>
            <a:br/>
            <a:r>
              <a:t>Place Image Here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28016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D158"/>
                </a:solidFill>
                <a:latin typeface="Microsoft YaHei UI"/>
              </a:rPr>
              <a:t>FARMER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 UI"/>
              </a:rPr>
              <a:t>田心星云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EAEB2"/>
                </a:solidFill>
                <a:latin typeface="Microsoft YaHei UI"/>
              </a:rPr>
              <a:t>Agri-Nebula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114800"/>
            <a:ext cx="1828800" cy="274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Microsoft YaHei UI"/>
              </a:rPr>
              <a:t>基于 WebGL 的 3D 可视化农场数据看板。</a:t>
            </a:r>
            <a:br/>
            <a:r>
              <a:t>集成智能拼单融资入口，一键发起 Joint Loan 申请。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097280"/>
            <a:ext cx="7315200" cy="50292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[BANK Dashboard UI]</a:t>
            </a:r>
            <a:br/>
            <a:r>
              <a:t>Place Image Here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28016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D158"/>
                </a:solidFill>
                <a:latin typeface="Microsoft YaHei UI"/>
              </a:rPr>
              <a:t>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 UI"/>
              </a:rPr>
              <a:t>风控驾驶舱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EAEB2"/>
                </a:solidFill>
                <a:latin typeface="Microsoft YaHei UI"/>
              </a:rPr>
              <a:t>Risk Control Cockpit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114800"/>
            <a:ext cx="1828800" cy="27432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Microsoft YaHei UI"/>
              </a:rPr>
              <a:t>360度实时监控贷款风险。</a:t>
            </a:r>
            <a:br/>
            <a:r>
              <a:t>集成评分卡模型(Scorecard)与电子合同自动生成系统。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核心业务流程 (Core Workflows)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5762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[Finance Flow UI]</a:t>
            </a:r>
            <a:br/>
            <a:r>
              <a:t>Place Image Here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3576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01. 融资拼单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7738" y="182880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7738" y="3200400"/>
            <a:ext cx="35762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[Trade Flow UI]</a:t>
            </a:r>
            <a:br/>
            <a:r>
              <a:t>Place Image Here</a:t>
            </a:r>
          </a:p>
        </p:txBody>
      </p:sp>
      <p:sp>
        <p:nvSpPr>
          <p:cNvPr id="11" name="Oval 10"/>
          <p:cNvSpPr/>
          <p:nvPr/>
        </p:nvSpPr>
        <p:spPr>
          <a:xfrm>
            <a:off x="4490618" y="201168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3498" y="20116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6378" y="201168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7738" y="5669280"/>
            <a:ext cx="3576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02. 交易闭环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2880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3200400"/>
            <a:ext cx="35762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[Risk Control UI]</a:t>
            </a:r>
            <a:br/>
            <a:r>
              <a:t>Place Image Here</a:t>
            </a:r>
          </a:p>
        </p:txBody>
      </p:sp>
      <p:sp>
        <p:nvSpPr>
          <p:cNvPr id="17" name="Oval 16"/>
          <p:cNvSpPr/>
          <p:nvPr/>
        </p:nvSpPr>
        <p:spPr>
          <a:xfrm>
            <a:off x="8341156" y="2011680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24036" y="201168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06916" y="2011680"/>
            <a:ext cx="109728" cy="109728"/>
          </a:xfrm>
          <a:prstGeom prst="ellipse">
            <a:avLst/>
          </a:prstGeom>
          <a:solidFill>
            <a:srgbClr val="28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8276" y="5669280"/>
            <a:ext cx="35762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03. 银行风控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>
                <a:solidFill>
                  <a:srgbClr val="232325"/>
                </a:solidFill>
                <a:latin typeface="Microsoft YaHei UI"/>
              </a:rPr>
              <a:t>100%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项目完成度 (Project Status)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0D158"/>
                </a:solidFill>
                <a:latin typeface="Microsoft YaHei UI"/>
              </a:rPr>
              <a:t>所有 API 接口联调完成 · 前端页面 100% 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EAEB2"/>
                </a:solidFill>
                <a:latin typeface="Microsoft YaHei UI"/>
              </a:rPr>
              <a:t>115</a:t>
            </a:r>
            <a:br/>
            <a:r>
              <a:t>API 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8304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EAEB2"/>
                </a:solidFill>
                <a:latin typeface="Microsoft YaHei UI"/>
              </a:rPr>
              <a:t>60+</a:t>
            </a:r>
            <a:br/>
            <a:r>
              <a:t>功能页面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EAEB2"/>
                </a:solidFill>
                <a:latin typeface="Microsoft YaHei UI"/>
              </a:rPr>
              <a:t>5</a:t>
            </a:r>
            <a:br/>
            <a:r>
              <a:t>独立角色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Microsoft YaHei UI"/>
              </a:rPr>
              <a:t>AgriVerse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30D158"/>
                </a:solidFill>
                <a:latin typeface="Microsoft YaHei UI"/>
              </a:rPr>
              <a:t>种植智慧，收获未来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EAEB2"/>
                </a:solidFill>
                <a:latin typeface="Microsoft YaHei UI"/>
              </a:rPr>
              <a:t>第十小组中期答辩 | v1.2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